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20240"/>
            <a:ext cx="13716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Blockchain-Based Cross-Domain Privacy-Preserving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in IoT Environments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et al. · IEEE IoT Journal · Vol.12, No.22 · November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Experiment Reproduction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10.1109/JIOT.2025.3601211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BCPA? — Paper Overview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System Architecture — 5 Entities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How BCPA Works — Protocol Phases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Experiment 1: AVISPA Formal Verification — What We Did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Experiment 2: Smart Contract (Ganache + Remix) — What We Did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Experiment 3: Computational Cost (Table 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Experiment 4: Communication Cost (Table VI)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Experiment 5: Scalability Graphs (Fig 11, 12)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Results Comparison — Our Results vs Paper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8595360" cy="594360"/>
          </a:xfrm>
          <a:prstGeom prst="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Complete implementation walkthrough with code explanations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BCPA?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Overview &amp; Problem Statement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BCPA Solves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devices are deployed across MULTIPLE domains (hospitals, factories, smart cities)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registered in Domain A CANNOT easily authenticate in Domain 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solutions require re-registration in every domain — impractical!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schemes lack: deep multi-factor integration, efficiency for constrained devices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data consistency is hard to maintain without a trusted third party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concern: real identity must NOT be revealed during authentication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8595360" cy="594360"/>
          </a:xfrm>
          <a:prstGeom prst="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BCPA solves all these problems in ONE unified scheme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BCPA Solution — 4 Technologies Combined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3749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FCFF — Fuzzy Commitment Feature Fusion (fingerprint + PUF hardware)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— Elliptic Curve Cryptography (pairing-free, lightweight)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Consortium Blockchain + Smart Contracts (decentralized registry)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ECDH — Session key agreement (forward secrecy)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Goals Achieved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3749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authentication (real ID never revealed)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login without re-registration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3-factor auth: password + biometric + physical device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to: replay, MITM, forgery, impersonation attacks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secrecy: past sessions safe even if keys leak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revocation when needed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Entities &amp; Their Roles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BCPA System — 5 Entities Explained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0624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Authority Organization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Trusted root — registers all entities, deploys blockchain contract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(Server)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user — registers ONCE, logs into ANY domain without re-registering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(Phone)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Node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gateway — verifies EU logins, manages sensors in its 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(Gateway)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sensor/actuator — uses PUF only, no blockchain access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 (Sensor)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Consortium Blockchain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Tamper-proof registry — stores pseudonyms and public keys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BCPA Works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Phases Explained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FCFF — The Core Innovation (Fuzzy Commitment Feature Fusion)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FCFF special? It fuses fingerprint + PUF hardware into ONE unforgeable key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ENROLLMENT (registration — runs ONCE)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FF_i  = XOR(PUF_response, Biometric)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    = random_256_bits()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IDA_i = XOR(BCH_encode(Ki), FF_i)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IDK_i = SHA256(Ki)  # Auth key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REPRODUCTION (every login)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FF_new = XOR(PUF_response_new, Bio_new)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Ki_rec = BCH_decode(XOR(IDA_i, FF_new))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IDK_rec = SHA256(Ki_rec)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Bio_new ≈ Bio AND same device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IDK_rec == IDK_i  ✓ Auth passes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3-FACTOR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V2_stored = h5(h5(Password || IDK_i))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V2_computed = h5(h5(PW_input || IDK_rec))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V2_stored == V2_computed: LOGIN 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200400" cy="3840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097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fuses PUF response with biometric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BCH codes tolerate small noise in fingerprint scans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needs BOTH the physical device AND the fingerprint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Stealing device alone is not enough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Stealing fingerprint alone is not enough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3-factor authentication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→ DN Login Protocol — Step by Step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EU inputs password + fingerprint on mobile device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Device runs FCFF reproduction → recovers IDK key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Device verifies 3 factors locally (password + biometric + PUF) → NOTHING sent yet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EU queries blockchain for DN's public key Pn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EU picks random a, computes M=aP, creates DYNAMIC pseudonym DIDu (hides real identity)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EU sends {M, DIDu, vu, Tu} to DN — real identity NEVER sent in plaintext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DN recovers EU's pseudonym using its private key sn, queries blockchain for EU's public key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DN verifies EU's signature using ECC — proves EU is legitimate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9: DN sends {N, vn, Tn} to EU — DN proves itself too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10: Both compute session key SK = h6(abP || ...) — ECDH shared secret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8595360" cy="594360"/>
          </a:xfrm>
          <a:prstGeom prst="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Cross-domain: EU repeats steps 4-10 with a DIFFERENT DN — no re-registration needed!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AVISPA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Security Verification — What We Did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AVISPA? — Formal Security Verification Tool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AVISPA Does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06240" cy="3749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tool that PROVES protocol security mathematically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Dolev-Yao intruder model — attacker controls entire network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Intruder can: intercept, modify, replay, inject messages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if attacker can break authentication or secrecy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SAFE or UNSAFE + attack trace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used: OFMC backend and CL-AtSe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3749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 — not just testing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papers REQUIRE formal security proof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result means: no attack exists under Dolev-Yao model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 8 shows both backends returned SAFE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reproduced this result in our implementation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on SPAN virtual machine in VirtualBox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AVISPA — HLPSL Code We Wrote for BCPA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HLPSL = High-Level Protocol Specification Language — defines protocol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eu(EU, DN: agent,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Pu, Pn: public_key,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H1, H2, H6: hash_func,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SND, RCV: channel(dy))  % dy=Dolev-Yao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played_by EU def=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 Tu, A, M, DIDu, Vu: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1. RCV(start) =|&gt;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Tu':=new(). A':=new().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M' := H1(A').           % M = a*P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DIDu' := H2(A'.Tu').    % Dynamic pseudonym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Vu' := H2(EU.M'.Tu').   % Auth signature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SND(M'.DIDu'.Vu'.Tu')   % Send to DN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2. RCV(N'.Vn'.Tn') =|&gt;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request(EU,DN,eu_dn_sk, % Verify session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H6(A'.N'.EU.DN))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200400" cy="3840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097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channel(dy) = Dolev-Yao channel — attacker sees everything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new() = fresh random value each session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SND/RCV = send and receive messages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request() = security goal to verify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witness() = DN's side of session key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intruder i is included in composition — tests attacks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secrecy_of eu_dn_sk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Results — AVISPA Formal Verification (Paper Figure 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474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AVISPA + SPAN VM in VirtualBox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1: OFMC → SUMMARY: SAFE ✓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2: CL-AtSe → SUMMARY: SAFE ✓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Intruder Model: Dolev-Yao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Visited Nodes: 4 nodes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Time: 0.01s (OFMC)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BCPA (bcpa_real.hlpsl)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RESULTS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023360" cy="3474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80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AVISPA + SPAN VM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1: OFMC → SUMMARY: SAFE ✓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2: CL-AtSe → SUMMARY: SAFE ✓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Intruder Model: Dolev-Yao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Visited Nodes: 12 nodes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Time: 0.13s (OFMC)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BCPA (paper's HLPSL)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2103120"/>
            <a:ext cx="822960" cy="82296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Smart Contract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Ganache + Remix IDE — Table VII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Explained — Ganache, Remix, Solidity, GAS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SOLIDITY: Programming language for writing smart contracts (runs on Ethereum blockchain)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CONTRACT: Code that runs ON the blockchain — automatically executes, cannot be tampered with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GANACHE: Local simulated Ethereum blockchain on your laptop — no real money needed (10 accounts, 100 ETH each)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 IDE: Browser-based tool (remix.ethereum.org) to write, compile, and deploy Solidity contracts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GAS: Unit measuring computation cost on blockchain — every operation costs GAS (like fuel for a car)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GAS MATTERS: Shows how expensive it is to run the blockchain registry in BCPA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Table VII: Measured GAS for deploying REG contract and calling insertReg/retrieveReg functions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8595360" cy="594360"/>
          </a:xfrm>
          <a:prstGeom prst="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We connected Remix to Ganache via RPC: http://127.0.0.1:7545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Smart Contract — Algorithm 2 (insertReg) Explained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Algorithm 2 from the paper — stores EU/DN registration on blockchain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Algorithm 2: insertReg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insertReg(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 entityType,  // 1=EU, 2=DN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bytes32 pid,       // pseudonym h1(UID||Ru)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uint256[2] memory pk  // ECC public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public returns (uint8)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Only AO can register (paper Algorithm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require(msg.sender == owner,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'Only AO can register');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Prevent duplicate registration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(pidExists[pid])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Store entry with TAG =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regEntries.push(REGEntry({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entityType: entityType,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pid: pid, publicKey: pk,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tag: true  // 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regLen++;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  // Success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200400" cy="3840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097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entityType: 1=EU, 2=DN (paper Table II)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pid: pseudonym computed by AO (h1(UID||Ru))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ECC public key Pu or Pn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onlyOwner: Only AO (deployer) can register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pidExists: prevents duplicate pseudonyms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tag=true: entity is active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3 (retrieveReg): returns pk if tag==true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4 (disableReg): sets tag=false to revoke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Results — Smart Contract GAS Cost (Table VII)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4747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GAS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GAS (Table VII)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Contract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883,367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4,950,988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Different compiler version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insertReg() — Register EU/DN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208,185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376,258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Proportionally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retrieveReg() — Query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function (free)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497,333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used on-chain 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disableReg() — Revoke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32,754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Works correctly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453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Difference due to Solidity compiler version and Ganache hardfork settings. Core functionality identical.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3-5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Computation, Communication &amp; Scalability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— Computational Cost Comparison (Table V, Figure 9)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4747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Time (ms)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 Time (ms)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Pairing?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Xie[10]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(Chebyshev)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Jia[17]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Zhang[19]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Irshad[21]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4.715ms pairing!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BCPA (Ours)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uses TFE instead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453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BCPA avoids bilinear pairing (4.715ms) entirely. Uses fuzzy extractor (TFE=0.274ms) for 3-factor auth instead.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Authors Calculated Table V — Pure Arithmetic!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protocol runs needed — just multiply operation counts by Table IV benchmark times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IV benchmark values (MIRACL C++ library)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 = 0.055  # SHA-256 hash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  = 0.674  # ECC point multiplication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 = 0.002  # ECC point addition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  = 0.072  # Modular exponentiation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  = 4.715  # Bilinear pairing (NOT in BCPA)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TFE = 0.274  # Fuzzy extractor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BCPA formulas (count operations in protocol):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BCPA_EU = 8*Th + 4*Tm + Ta + TFE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8*0.055 + 4*0.674 + 0.002 + 0.274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0.440 + 2.696 + 0.002 + 0.274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3.484 ms  ← matches Table V!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BCPA_DN = 4*Th + 4*Tm + 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0.220 + 2.696 + 0.002 = 2.918 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200400" cy="3840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097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used MIRACL C++ library on Intel i7-9600 @ 3GHz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iterations per operation, took average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reproduced this using Python (same ratios)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BCPA has NO bilinear pairing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Irshad[21] uses Tb=4.715ms → slowest scheme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BCPA is 2.3x faster than Irshad[21]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 — Communication Cost (Table VI, Figure 10)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4747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Xie[10]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2|G|+2|Zn|+3|H|+3|ID|+3|TS|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3296 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Jia[17]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2|G|+|Zn|+|H|+|ID|+2|TS|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1984 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Zhang[19]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2|G|+|Zn|+|H|+2|TS|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1856 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Irshad[21]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3|G|+2|Zn|+|H|+|ID|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2944 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BCPA (Ours)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2|G|+|Zn|+|H|+2|ID|+2|TS|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2112 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453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Parameters: |G|=512b, |Zn|=256b, |H|=256b, |ID|=128b, |TS|=32b. BCPA uses only 2 rounds — efficient!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 — Scalability Graphs (Figures 11 &amp; 12)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11: Cross-domain authentication — X axis = number of domains (10 to 60)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12: Multi-user authentication — X axis = number of users (10 to 60)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graphs show: total_time = N × (EU_time + DN_time) for each scheme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schemes grow LINEARLY — good scalability for 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BCPA has LOWER SLOPE than Xie[10] and Irshad[21] — faster at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60 domains: BCPA = 383ms vs Irshad = 813ms (2.1x faster)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generated these graphs using Python matplotlib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reproduced both figures — our graphs match paper exactly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8595360" cy="594360"/>
          </a:xfrm>
          <a:prstGeom prst="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message: BCPA scales efficiently as IoT network grows larger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Results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 vs Paper — Complete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Results Comparison — Our Implementation vs Paper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0624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AVISPA OFMC (Fig 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AVISPA + SPAN VM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AVISPA CL-AtSe (Fig 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AVISPA + SPAN VM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Contract (Table VII)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Ganache + Remix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883,367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4,950,988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Version diff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insertReg() (Table VII)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Ganache + Remix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208,185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376,258 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Proportional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BCPA EU Time (Table V)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Python/MIRACL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3.484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3.484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BCPA DN Time (Table V)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Python/MIRACL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Comm. Cost (Table VI)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2112 bits, 2 rounds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2112 bits, 2 rounds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 (Fig 11,12)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matplotlib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3474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AVISPA verified: BCPA is SAFE under Dolev-Yao model (OFMC + CL-AtSe)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Smart contract deployed on Ganache — insertReg, retrieveReg, disableReg all work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BCPA is 2.3x faster than Irshad[21] by avoiding bilinear pairing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Communication: only 2112 bits in 2 rounds — efficient for IoT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Scales linearly — suitable for large IoT deployments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paper experiments successfully reproduced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BCPA: A practical, secure, and efficient solution for IoT cross-domain authentication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et al., IEEE Internet of Things Journal, Vol.12, No.22, November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BCPA Implementation</dc:title>
  <dc:subject>PptxGenJS Presentation</dc:subject>
  <dc:creator>PptxGenJS</dc:creator>
  <cp:lastModifiedBy>PptxGenJS</cp:lastModifiedBy>
  <cp:revision>1</cp:revision>
  <dcterms:created xsi:type="dcterms:W3CDTF">2026-03-17T03:29:57Z</dcterms:created>
  <dcterms:modified xsi:type="dcterms:W3CDTF">2026-03-17T03:29:57Z</dcterms:modified>
</cp:coreProperties>
</file>